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2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Logo Watermark"/>
          <p:cNvPicPr>
            <a:picLocks noChangeAspect="1"/>
          </p:cNvPicPr>
          <p:nvPr/>
        </p:nvPicPr>
        <p:blipFill>
          <a:blip r:embed="rId13">
            <a:alphaModFix amt="13000"/>
          </a:blip>
          <a:stretch>
            <a:fillRect/>
          </a:stretch>
        </p:blipFill>
        <p:spPr>
          <a:xfrm>
            <a:off x="3695700" y="1628775"/>
            <a:ext cx="4800600" cy="3600450"/>
          </a:xfrm>
          <a:prstGeom prst="rect">
            <a:avLst/>
          </a:prstGeom>
        </p:spPr>
      </p:pic>
      <p:pic>
        <p:nvPicPr>
          <p:cNvPr id="901" name="Logo Corn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0000" y="790000"/>
            <a:ext cx="640080" cy="48006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ANDRITZ CMMS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960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rPr dirty="0"/>
              <a:t>All Pages</a:t>
            </a:r>
            <a:br>
              <a:rPr dirty="0"/>
            </a:br>
            <a:r>
              <a:rPr lang="en-IN"/>
              <a:t>Team </a:t>
            </a:r>
            <a:r>
              <a:rPr dirty="0"/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8229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6EBF5"/>
                </a:solidFill>
                <a:latin typeface="Aptos"/>
              </a:defRPr>
            </a:pPr>
            <a:r>
              <a:rPr lang="en-IN"/>
              <a:t>Fresh screenshots from the current frontend routes with page-by-page explanation for internal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44 routed screens captured and documented.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16459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ogo Card"/>
          <p:cNvSpPr/>
          <p:nvPr/>
        </p:nvSpPr>
        <p:spPr>
          <a:xfrm>
            <a:off x="10515600" y="457200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100" y="728700"/>
            <a:ext cx="8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Page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Foundation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Login, dashboard, company, site, employee, user-role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Masters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Equipment and vendor list, create/edit, and view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Maintenance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Requests, assignments, work logs, checklist, downtime,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Inventory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Spare parts, approvals, store workflow, and reorders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Governance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Roles, permissions, approval config, notifications, reports</a:t>
            </a:r>
          </a:p>
        </p:txBody>
      </p:sp>
      <p:pic>
        <p:nvPicPr>
          <p:cNvPr id="30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00" y="760000"/>
            <a:ext cx="900000" cy="67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Login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10" name="Picture 9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User authentication screen for entering the CMMS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Login Page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0" name="Picture 9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Executive overview of assets, requests, downtime, vendors, and low-stock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Dashboard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Company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 descr="03_company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Maintains company profile, logo, and branding shown in the application shell.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Company Master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Site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0" name="Picture 9" descr="04_sit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Manage plants, warehouses, service centers, and location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Site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Site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0" name="Picture 9" descr="05_sit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site master details used across assets, requests, and inventory.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Site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Employee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0" name="Picture 9" descr="06_employe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Maintain employees and inspect site-wise workforce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Employee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Employee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0" name="Picture 9" descr="07_employe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employee information for assignment and site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Employee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Role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 descr="08_rol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Review configured roles and permission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Role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Role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 descr="09_rol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Assign permissions to application roles by operation, HR, and admin categories.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Role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Role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0" name="Picture 9" descr="10_rol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Read-only role permission review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Role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0" name="Picture 9" descr="11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Permission catalog grouped by module.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Permissions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User Role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0" name="Picture 9" descr="12_user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Map users to roles and site-specific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User Role Assignment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Approval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0" name="Picture 9" descr="13_approval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Configure which workflow events require approval and which role approves.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Approval Configuration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Notification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0" name="Picture 9" descr="14_notification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Configure in-app/email notification behavior, reminder windows, and scan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Notification Settings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Equipment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10" name="Picture 9" descr="15_equip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Search and manage maintainable plant assets.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Equipment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Equipment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10" name="Picture 9" descr="16_equipm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equipment technical and lifecycle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Equipment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Equipment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10" name="Picture 9" descr="17_equipmen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Read-only equipment detail view with protected edit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Equipment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Vendor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10" name="Picture 9" descr="18_vendor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Manage approved maintenance vendors and contractors.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Vendor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Vendor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10" name="Picture 9" descr="19_vendor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vendor contact and category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Vendor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Vendor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10" name="Picture 9" descr="20_vendo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Review vendor information without editing.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Vendor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Maintenance Request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10" name="Picture 9" descr="21_reques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Track corrective, breakdown, inspection, and calibration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Maintenance Request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Maintenance Request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10" name="Picture 9" descr="22_reques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maintenance request details and priority.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Maintenance Request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Maintenance Request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10" name="Picture 9" descr="23_reques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Read-only request details for handoff and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Maintenance Request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Assignment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10" name="Picture 9" descr="24_assignmen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Monitor work assignments, technician ownership, vendor, cost, and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Assignment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Assignment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27</a:t>
            </a:r>
          </a:p>
        </p:txBody>
      </p:sp>
      <p:pic>
        <p:nvPicPr>
          <p:cNvPr id="10" name="Picture 9" descr="25_assignm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Plan or update assigned work, technician, vendor, schedule, and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Assignment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Assignment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28</a:t>
            </a:r>
          </a:p>
        </p:txBody>
      </p:sp>
      <p:pic>
        <p:nvPicPr>
          <p:cNvPr id="10" name="Picture 9" descr="26_assignmen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Execution workspace for details, checklist, work logs, and spare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Assignment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Downtime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10" name="Picture 9" descr="27_downtim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Track planned and unplanned equipment downtime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Downtime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Downtime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10" name="Picture 9" descr="28_downtim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Record downtime timing, reason, request link, and equipment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Downtime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Downtime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10" name="Picture 9" descr="29_downtim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Read-only downtime detail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Downtime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Preventive Maintenance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32</a:t>
            </a:r>
          </a:p>
        </p:txBody>
      </p:sp>
      <p:pic>
        <p:nvPicPr>
          <p:cNvPr id="10" name="Picture 9" descr="30_pm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Manage recurring PM schedules and generate due work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Preventive Maintenance List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Preventive Maintenance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10" name="Picture 9" descr="31_pm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PM recurrence, vendor, due date, and checklist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Preventive Maintenance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Preventive Maintenance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10" name="Picture 9" descr="32_pm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Review PM schedule status, equipment, recurrence, and work order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Preventive Maintenance View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PM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10" name="Picture 9" descr="33_pm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Calendar-style view of planned preventive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PM Calendar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Spare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10" name="Picture 9" descr="34_spare_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Manage site-wise spare stock, low-stock indicators, stock actions, and QR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Spare Parts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Spare Part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10" name="Picture 9" descr="35_spare_par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update part master, site stock, minimum levels, and unit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Spare Part Form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Spare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38</a:t>
            </a:r>
          </a:p>
        </p:txBody>
      </p:sp>
      <p:pic>
        <p:nvPicPr>
          <p:cNvPr id="10" name="Picture 9" descr="36_spare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Manager queue to approve or reject technician spare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Spare Approval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Approved Spare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39</a:t>
            </a:r>
          </a:p>
        </p:txBody>
      </p:sp>
      <p:pic>
        <p:nvPicPr>
          <p:cNvPr id="10" name="Picture 9" descr="37_spar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Store workflow for stock check, reserve, issue, purchase, consume, and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Approved Spare Requests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Reorder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40</a:t>
            </a:r>
          </a:p>
        </p:txBody>
      </p:sp>
      <p:pic>
        <p:nvPicPr>
          <p:cNvPr id="10" name="Picture 9" descr="38_re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Track purchase/reorder requests and received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Reorder Requests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Pending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41</a:t>
            </a:r>
          </a:p>
        </p:txBody>
      </p:sp>
      <p:pic>
        <p:nvPicPr>
          <p:cNvPr id="10" name="Picture 9" descr="39_approval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Role-filtered approval inbox for manager/admin/store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Pending Approvals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Approval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42</a:t>
            </a:r>
          </a:p>
        </p:txBody>
      </p:sp>
      <p:pic>
        <p:nvPicPr>
          <p:cNvPr id="10" name="Picture 9" descr="40_approval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Audit history of approval requests and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Approval History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Notification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43</a:t>
            </a:r>
          </a:p>
        </p:txBody>
      </p:sp>
      <p:pic>
        <p:nvPicPr>
          <p:cNvPr id="10" name="Picture 9" descr="41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In-app alerts for PM due, overdue requests, and pending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Notification Center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Equipment History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44</a:t>
            </a:r>
          </a:p>
        </p:txBody>
      </p:sp>
      <p:pic>
        <p:nvPicPr>
          <p:cNvPr id="10" name="Picture 9" descr="42_report_equipmen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Review request, assignment, and downtime history by equipment.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Equipment History Report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Downtime Analysis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45</a:t>
            </a:r>
          </a:p>
        </p:txBody>
      </p:sp>
      <p:pic>
        <p:nvPicPr>
          <p:cNvPr id="10" name="Picture 9" descr="43_report_dow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Summarize downtime frequency and duration by equipment.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Downtime Analysis Report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2191695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468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ptos"/>
              </a:defRPr>
            </a:pPr>
            <a:r>
              <a:t>CMMS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46888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03DA5"/>
                </a:solidFill>
                <a:latin typeface="Aptos"/>
              </a:defRPr>
            </a:pPr>
            <a:r>
              <a:t>TEAM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DA5"/>
                </a:solidFill>
                <a:latin typeface="Aptos"/>
              </a:defRPr>
            </a:pPr>
            <a:r>
              <a:t>PAGE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2937"/>
                </a:solidFill>
                <a:latin typeface="Aptos"/>
              </a:defRPr>
            </a:pPr>
            <a:r>
              <a:t>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B7280"/>
                </a:solidFill>
                <a:latin typeface="Aptos"/>
              </a:defRPr>
            </a:pPr>
            <a:r>
              <a:t>All Pages Screenshot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Aptos"/>
              </a:defRPr>
            </a:pPr>
            <a:r>
              <a:t>46</a:t>
            </a:r>
          </a:p>
        </p:txBody>
      </p:sp>
      <p:pic>
        <p:nvPicPr>
          <p:cNvPr id="10" name="Picture 9" descr="44_user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7452360" cy="4657725"/>
          </a:xfrm>
          <a:prstGeom prst="rect">
            <a:avLst/>
          </a:prstGeom>
          <a:ln w="12700">
            <a:solidFill>
              <a:srgbClr val="DAE2EE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275320" y="160020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003DA5"/>
                </a:solidFill>
                <a:latin typeface="Aptos"/>
              </a:defRPr>
            </a:pPr>
            <a:r>
              <a:t>Purpose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Create or maintain application users when using the user administration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063240"/>
            <a:ext cx="32461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ED6C02"/>
                </a:solidFill>
                <a:latin typeface="Aptos"/>
              </a:defRPr>
            </a:pPr>
            <a:r>
              <a:t>Demo Talk Track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Explain what the user can view, create, update, approve, or track on the User Management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4805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09728" rtlCol="0" anchor="ctr"/>
          <a:lstStyle/>
          <a:p>
            <a:pPr algn="ctr">
              <a:defRPr sz="1350" b="1">
                <a:solidFill>
                  <a:srgbClr val="2E7D32"/>
                </a:solidFill>
                <a:latin typeface="Aptos"/>
              </a:defRPr>
            </a:pPr>
            <a:r>
              <a:t>Value</a:t>
            </a:r>
          </a:p>
          <a:p>
            <a:pPr>
              <a:spcBef>
                <a:spcPts val="500"/>
              </a:spcBef>
              <a:defRPr sz="1150">
                <a:solidFill>
                  <a:srgbClr val="374151"/>
                </a:solidFill>
                <a:latin typeface="Aptos"/>
              </a:defRPr>
            </a:pPr>
            <a:r>
              <a:t>Shows how this page supports day-to-day CMMS operations and team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2834</Words>
  <Application>Microsoft Office PowerPoint</Application>
  <PresentationFormat>Widescreen</PresentationFormat>
  <Paragraphs>548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KB Darshan</cp:lastModifiedBy>
  <cp:revision>3</cp:revision>
  <dcterms:created xsi:type="dcterms:W3CDTF">2013-01-27T09:14:16Z</dcterms:created>
  <dcterms:modified xsi:type="dcterms:W3CDTF">2026-07-06T10:58:00Z</dcterms:modified>
  <cp:category/>
</cp:coreProperties>
</file>