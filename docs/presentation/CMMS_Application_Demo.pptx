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594360"/>
            <a:ext cx="6126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3" name="Image 0" descr="C:\andritz_cmms\docs\screenshots\01-cmms-appl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32704" y="649224"/>
            <a:ext cx="6016752" cy="5193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143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CMMS Application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107"/>
                </a:solidFill>
              </a:rPr>
              <a:t>Computerized Maintenance Management System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9"/>
                </a:solidFill>
              </a:rPr>
              <a:t>Generated from current application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8368" y="5440680"/>
            <a:ext cx="1325880" cy="43891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5568696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C7A"/>
                </a:solidFill>
              </a:rPr>
              <a:t>ANDRITZ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CMMS 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Application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46520" y="960120"/>
            <a:ext cx="52578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02-application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01384" y="1014984"/>
            <a:ext cx="5148072" cy="51480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1887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F2937"/>
                </a:solidFill>
              </a:rPr>
              <a:t>Asset Management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514600" y="11887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F2937"/>
                </a:solidFill>
              </a:rPr>
              <a:t>Maintenance Management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4343400" y="11887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62272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F2937"/>
                </a:solidFill>
              </a:rPr>
              <a:t>Inventory Management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685800" y="219456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24048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F2937"/>
                </a:solidFill>
              </a:rPr>
              <a:t>Vendor Management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2514600" y="219456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33472" y="24048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F2937"/>
                </a:solidFill>
              </a:rPr>
              <a:t>Employee Management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343400" y="219456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62272" y="24048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F2937"/>
                </a:solidFill>
              </a:rPr>
              <a:t>Preventive Maintenance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85800" y="32004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" y="3410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F2937"/>
                </a:solidFill>
              </a:rPr>
              <a:t>Spare Parts Management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2514600" y="32004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33472" y="3410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F2937"/>
                </a:solidFill>
              </a:rPr>
              <a:t>Purchase Requests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4343400" y="32004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62272" y="3410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F2937"/>
                </a:solidFill>
              </a:rPr>
              <a:t>Reporting and Dashboard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685800" y="461772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Built to connect master data, maintenance execution, spare-parts control, and operational reporting in one flow.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CMMS 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0" y="960120"/>
            <a:ext cx="438912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03-table-of-cont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70064" y="1014984"/>
            <a:ext cx="4279392" cy="51480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1234440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1316736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43000" y="12252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Application overview and navigation flow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1984248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066544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143000" y="1975104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Master data: company, site, employee, roles, vendor, equipment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" y="2734056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2816352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43000" y="2724912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Maintenance: request, assignment, downtime, preventive maintenance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3232" y="3483864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3566160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43000" y="347472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Inventory: spare parts, stock movement, purchase requests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3232" y="4233672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4315968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143000" y="4224528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Notifications, dashboard, reports, and workflows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CMMS 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Application Navigation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60920" y="1005840"/>
            <a:ext cx="4343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04-application-navigation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15784" y="1060704"/>
            <a:ext cx="4233672" cy="5010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234440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362456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Company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75560" y="136245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31008" y="1234440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76728" y="1362456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Site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712208" y="136245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67656" y="1234440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13376" y="1362456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Employee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94360" y="1947672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075688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Roles &amp; Permissions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575560" y="207568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31008" y="1947672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76728" y="2075688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Vendor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712208" y="207568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67656" y="1947672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3376" y="2075688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Equipment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94360" y="2660904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2788920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Maintenance Request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575560" y="2788920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31008" y="2660904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76728" y="2788920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Assignment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712208" y="2788920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67656" y="2660904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13376" y="2788920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Downtime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94360" y="3374136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3502152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Preventive Maintenance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2575560" y="3502152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731008" y="3374136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76728" y="3502152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Spare Parts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712208" y="3502152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867656" y="3374136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13376" y="3502152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Inventory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94360" y="4087368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4215384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Purchase Requests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2575560" y="4215384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731008" y="4087368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776728" y="4215384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Reports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58368" y="5788152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Routes discovered automatically from App.jsx: 54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Company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Company Creation Page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05-company-creation-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Maintain the company master profile used throughout the application.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Phone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Address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or update company profile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Upload and preview company logo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Use company data in navigation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company identity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master information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Company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Company List Page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06-company-list-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No standalone company list route was discovered; the application exposes company configuration as a single profile page.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Current company profile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Logo preview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Single active company profile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Editable master data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Simple governance for organization-level settings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7589520" y="5577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667085"/>
                </a:solidFill>
              </a:rPr>
              <a:t>Route note: Used Company Master because no company list route exists.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Site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Site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07-site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Register operating locations and service centers.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Type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Address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Geo location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site master records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Capture address and contact data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Support active/inactive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site ownership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Site-based maintenance visibility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Site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Site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08-site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Browse and filter all configured sites.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site records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site details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 operational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site administration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location hierarchy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Employee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Employee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09-employee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employee master records for operations and maintenance teams.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Employee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Mobile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Designation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Department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employee identity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Track department/designation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Enable site and user-role assignment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Reliable workforce directory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accountability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Employee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Employee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10-employee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employee records and status.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Employee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Department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Designation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employee data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employee profile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Deactivate records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 HR-maintenance alignment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technician assignment data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Roles &amp; Permissions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Role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11-role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Define application roles for access control.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Description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Permissions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reusable roles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Map permissions by module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 page access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Stronger governance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role-based access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Roles &amp; Permissions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Permission Mapping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12-permission-mapp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Assign user roles and site-level access.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User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Map users to roles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Limit access by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Update role assignments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Preserved authentication flow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Least-privilege access control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Roles &amp; Permissions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Role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13-role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roles and permission counts.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Permission count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roles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View role permissions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or inactivate roles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Transparent authorization model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Simplified admin review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Vendor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Vendor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14-vendor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Register service vendors and contractors.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 person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Phone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vendor master data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Enable vendor-site assignment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Support active/inactive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vendor control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assignment planning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Vendor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Vendor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15-vendor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Browse approved vendors and service categories.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vendors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vendor details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Deactivate vendors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contractor records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sourcing decisions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Equipment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16-equipment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Register assets and link them to sites.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Manufacturer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Criticality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asset records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Track warranty and status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Link to site ownership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asset management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maintenance planning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Equipment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17-equipment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Browse plant assets and operating status.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Criticality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by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assets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equipment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 asset lookup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visibility into critical assets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Equipment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18-equipment-detai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View or edit detailed asset master data.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Installation date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Warranty expiry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Serial number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Complete asset profile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Update technical details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criticality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Accurate maintenance context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lifecycle tracking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Maintenance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Request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19-request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corrective, breakdown, inspection, or calibration requests.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Title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Requested date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Log maintenance demand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Classify request type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Set target completion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Structured work intake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prioritization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Maintenance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Request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20-request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Track open and in-progress maintenance requests.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 number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requests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status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request details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backlog visibility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triage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Maintenance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Request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21-request-detai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maintenance request details in read-only context.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Description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Reported by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Target date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Read-only review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 visibility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linkage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request context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handoff to assignments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Assignment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Assignment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22-assignment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Assign maintenance work to technicians and vendors.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Assigned to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Planned dates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work assignment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 start/end dates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Estimate cost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Controlled execution planning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accountability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Assignment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Assignment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23-assignment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Monitor work assignments and execution status.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Technician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assignments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Track progress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details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workload visibility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field coordination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Assignment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Assignment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24-assignment-detai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assignment details and spare usage workflow.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Actual dates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Spare requests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Remarks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Read-only assignment review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Spare usage table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Execution tracking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maintenance work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closeout process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Downtime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Downtime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25-downtime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Record equipment downtime events.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Start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End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Reason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Capture planned/unplanned downtime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Calculate duration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Link to request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Accurate downtime accounting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RCA-ready history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Downtime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Downtime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26-downtime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View downtime events across sites and equipment.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Duration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Reason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Planned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downtime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records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details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Operational loss visibility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maintenance analysis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Downtime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Downtime Tracking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27-downtime-trac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Inspect downtime event timing and maintenance context.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Start time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End time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Hours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Minutes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Remarks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Detailed tracking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 linkage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Duration calculation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uptime reporting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reliability metrics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Preventive Maintenance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PM Schedule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28-pm-schedule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recurring preventive maintenance schedules.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Frequency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Next due date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Define recurrence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 vendor/site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Set SLA priority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Reduced breakdowns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Planned maintenance rhythm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Preventive Maintenance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PM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29-pm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Track preventive schedules and due work generation.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Frequency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Next due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Active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Completion %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schedules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Generate work orders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Monitor PM compliance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Proactive maintenance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Higher asset availability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Preventive Maintenance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PM Calendar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30-pm-calend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No standalone PM calendar route was discovered; PM due dates are represented in the schedule list.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Next due date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Frequency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Schedule-oriented due view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Upcoming maintenance visibility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Calendar-ready PM data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planning cadence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7589520" y="5577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667085"/>
                </a:solidFill>
              </a:rPr>
              <a:t>Route note: Used PM List because no PM calendar route exists.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Preventive Maintenance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PM Assignment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31-pm-assignment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PM schedule details before generating or assigning work.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Schedule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Due date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Generate work order from PM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Connect PM to request flow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Controlled recurring work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Lower emergency workload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Spare Part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32-spare-part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spare part and site stock records.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Minimum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Unit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spare master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Set min/max levels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Attach vendor/category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Material availability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repair readiness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32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Spare Part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33-spare-part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Manage site-wise spare stock and actions.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Available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Minimum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Low stock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inventory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 in/adjust/transfer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reorder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 stock visibility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Lower maintenance delays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33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Stock 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34-stock-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View current, reserved, and available stock by site.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Current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Reserved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Available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Storage location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Site-level stock view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Low-stock filter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QR label support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Inventory transparency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Reduced stockouts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34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Stock Transaction History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35-stock-transaction-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stock movement history for a selected spare part.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Transaction type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Quantity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Before/after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Reference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transaction history dialog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Audit material movements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inventory activity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Stronger stock control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35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Inventory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Inventory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36-inventory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No separate inventory dashboard route was discovered; the spare parts inventory page is the operational inventory dashboard.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Current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Reserved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Low-stock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Inventory filters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Site-level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 actions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Operational stock overview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Material planning support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7589520" y="5577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667085"/>
                </a:solidFill>
              </a:rPr>
              <a:t>Route note: Used Spare Parts Inventory because no distinct inventory dashboard route exists.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36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Inventory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Inventory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37-inventory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List site stock records across all spare parts.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Available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Minimum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Unit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inventory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Identify low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stock master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stock administration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spare lookup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Inventory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Stock Movement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38-stock-move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Record stock in, adjustment, and transfer movement.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Movement type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Quantity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Unit cost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Remarks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stock movement dialog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Adjust site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Capture movement remarks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Controlled stock updates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Inventory auditability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38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Purchase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Purchase Request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39-purchase-request-cre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reorder requests from low or planned stock requirements.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 item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Requested quantity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Estimated cost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Expected date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reorder dialog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purchase request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Link to stock item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replenishment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Reduced stockout risk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39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Purchase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Purchase Request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40-purchase-request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Track reorder and purchase requests.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Requested quantity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View reorder records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Receive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Update purchase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Purchasing visibility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Closed loop stock replenishment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40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Purchase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Purchase Approval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41-purchase-approval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spare requests before store processing or purchasing.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Spare request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Manager approval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 status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Decision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Manager review queue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Approve/reject request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Escalate to purchase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Controlled material release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approval governance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41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Notification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Notification Center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42-notification-cen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View system notifications generated from workflows.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Type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Reference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Created at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In-app notification list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Read/archive actions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Reference links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user awareness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exception handling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42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Notification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Notification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43-notification-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Configure notification preferences and recipient roles.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 enabled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PM reminders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Overdue alerts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Fallback roles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Adjust notification settings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 reminder windows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Define recipients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Timely escalations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Configurable communication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43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Dashboard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44-dashboard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Executive view of CMMS status and activity.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requests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Assignments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Inventory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KPI cards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filters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Recent activity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 operational awareness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Single landing view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44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KPI Cards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45-kpi-car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Summarize important operational counts.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Assignments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At-a-glance indicators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Color-coded cards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Site-aware metrics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decision making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Management-ready visibility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45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Charts and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46-charts-and-metr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Visualize trends and operational distribution.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 mix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 trends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Maintenance volume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Charts and metric panels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Operational summaries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trend review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Data-driven planning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46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Company Settings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Company Profile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47-company-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Maintain company profile data used by the application shell.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code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Address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company details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Persist master profile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enterprise identity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configuration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47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Company Settings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Logo Configuration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48-logo-configu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Upload and preview company branding.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Logo file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Logo preview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Logo upload field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Preview configured branding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Branded demos and reports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presentation layer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48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Maintenance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49-maintenance-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50024" y="1060704"/>
            <a:ext cx="4599432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Corrective work moves from request intake to assignment, technician execution, and closure.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Maintenance Request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Assignment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Technician Work Log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49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Preventive Maintenance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50-preventive-maintenance-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50024" y="1060704"/>
            <a:ext cx="4599432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Recurring schedules generate planned work orders that follow the standard assignment and completion path.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PM Schedule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Auto Generation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Assignment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50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Spare Parts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51-spare-parts-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50024" y="1060704"/>
            <a:ext cx="4599432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Spare requests are approved, checked for stock, issued when available, or converted to purchase requests.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Technician Request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Manager Approval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Store Manager Review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Stock Available?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517648" y="285292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73096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18816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Issue / Purchase Request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532376" y="285292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87824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33544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Consume / Return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51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Inventory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52-inventory-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50024" y="1060704"/>
            <a:ext cx="4599432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Inventory movements preserve traceability from reservation through issue, consumption, and return.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Stock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Reserve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Issue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Consume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517648" y="285292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73096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18816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Return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52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Reports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Reports &amp;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53-reports-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078992"/>
            <a:ext cx="6519672" cy="5056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Analyze equipment history and downtime performance.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Date range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 hours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 analysis report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history report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Filterable views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Reliability insights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maintenance prioritization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53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Future Enhancements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0" y="1005840"/>
            <a:ext cx="512064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C:\andritz_cmms\docs\screenshots\54-future-enhance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38544" y="1060704"/>
            <a:ext cx="5010912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32588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A5"/>
                </a:solidFill>
              </a:rPr>
              <a:t>Potential Next Steps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1581912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Mobile technician app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QR-based asset scan flow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Advanced predictive maintenance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Deeper purchase integration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Role-specific dashboards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</a:rPr>
              <a:t>• Exportable analytics packs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54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777240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3" name="Image 0" descr="C:\andritz_cmms\docs\screenshots\55-thank-yo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72784" y="832104"/>
            <a:ext cx="5285232" cy="5010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574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49808" y="2788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107"/>
                </a:solidFill>
              </a:rPr>
              <a:t>CMMS Application Demo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9808" y="32004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EF9"/>
                </a:solidFill>
              </a:rPr>
              <a:t>Generated from current running application UI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55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ANDRITZ CMMS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CMMS Application Demo</dc:title>
  <dc:subject>Computerized Maintenance Management System Demo</dc:subject>
  <dc:creator>CMMS Application</dc:creator>
  <cp:lastModifiedBy>CMMS Application</cp:lastModifiedBy>
  <cp:revision>1</cp:revision>
  <dcterms:created xsi:type="dcterms:W3CDTF">2026-06-23T08:34:54Z</dcterms:created>
  <dcterms:modified xsi:type="dcterms:W3CDTF">2026-06-23T08:34:54Z</dcterms:modified>
</cp:coreProperties>
</file>